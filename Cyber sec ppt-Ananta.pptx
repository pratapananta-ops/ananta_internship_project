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Anton" charset="1" panose="000005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4.jpeg" Type="http://schemas.openxmlformats.org/officeDocument/2006/relationships/image"/><Relationship Id="rId8" Target="../media/image15.jpe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4.jpeg" Type="http://schemas.openxmlformats.org/officeDocument/2006/relationships/image"/><Relationship Id="rId8" Target="../media/image15.jpe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.png" Type="http://schemas.openxmlformats.org/officeDocument/2006/relationships/image"/><Relationship Id="rId8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182573" cy="10287000"/>
            <a:chOff x="0" y="0"/>
            <a:chExt cx="110158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158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01583">
                  <a:moveTo>
                    <a:pt x="0" y="0"/>
                  </a:moveTo>
                  <a:lnTo>
                    <a:pt x="1101583" y="0"/>
                  </a:lnTo>
                  <a:lnTo>
                    <a:pt x="110158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0158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90247" y="1860559"/>
            <a:ext cx="7688579" cy="5872152"/>
          </a:xfrm>
          <a:custGeom>
            <a:avLst/>
            <a:gdLst/>
            <a:ahLst/>
            <a:cxnLst/>
            <a:rect r="r" b="b" t="t" l="l"/>
            <a:pathLst>
              <a:path h="5872152" w="7688579">
                <a:moveTo>
                  <a:pt x="0" y="0"/>
                </a:moveTo>
                <a:lnTo>
                  <a:pt x="7688580" y="0"/>
                </a:lnTo>
                <a:lnTo>
                  <a:pt x="7688580" y="5872152"/>
                </a:lnTo>
                <a:lnTo>
                  <a:pt x="0" y="587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2078028"/>
            <a:ext cx="7298333" cy="3953911"/>
            <a:chOff x="0" y="0"/>
            <a:chExt cx="9731110" cy="5271881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1315" t="0" r="1315" b="0"/>
            <a:stretch>
              <a:fillRect/>
            </a:stretch>
          </p:blipFill>
          <p:spPr>
            <a:xfrm flipH="false" flipV="false">
              <a:off x="0" y="0"/>
              <a:ext cx="9731110" cy="5271881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2873855" y="3250382"/>
            <a:ext cx="2617437" cy="2656070"/>
          </a:xfrm>
          <a:custGeom>
            <a:avLst/>
            <a:gdLst/>
            <a:ahLst/>
            <a:cxnLst/>
            <a:rect r="r" b="b" t="t" l="l"/>
            <a:pathLst>
              <a:path h="2656070" w="2617437">
                <a:moveTo>
                  <a:pt x="0" y="0"/>
                </a:moveTo>
                <a:lnTo>
                  <a:pt x="2617437" y="0"/>
                </a:lnTo>
                <a:lnTo>
                  <a:pt x="2617437" y="2656070"/>
                </a:lnTo>
                <a:lnTo>
                  <a:pt x="0" y="2656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03136" y="3923517"/>
            <a:ext cx="758874" cy="1028031"/>
          </a:xfrm>
          <a:custGeom>
            <a:avLst/>
            <a:gdLst/>
            <a:ahLst/>
            <a:cxnLst/>
            <a:rect r="r" b="b" t="t" l="l"/>
            <a:pathLst>
              <a:path h="1028031" w="758874">
                <a:moveTo>
                  <a:pt x="0" y="0"/>
                </a:moveTo>
                <a:lnTo>
                  <a:pt x="758874" y="0"/>
                </a:lnTo>
                <a:lnTo>
                  <a:pt x="758874" y="1028031"/>
                </a:lnTo>
                <a:lnTo>
                  <a:pt x="0" y="10280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54116" y="1100707"/>
            <a:ext cx="10308349" cy="603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2"/>
              </a:lnSpc>
            </a:pPr>
            <a:r>
              <a:rPr lang="en-US" sz="10002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PHISHING AWARENESS SIMULATION USING SOCIAL ENGINEERING TECHNIQUES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8865" y="8157219"/>
            <a:ext cx="4093152" cy="104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1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Ananta Pratap</a:t>
            </a:r>
          </a:p>
          <a:p>
            <a:pPr algn="l">
              <a:lnSpc>
                <a:spcPts val="4103"/>
              </a:lnSpc>
              <a:spcBef>
                <a:spcPct val="0"/>
              </a:spcBef>
            </a:pPr>
            <a:r>
              <a:rPr lang="en-US" sz="29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(IIM Rohtak)</a:t>
            </a:r>
          </a:p>
        </p:txBody>
      </p:sp>
      <p:sp>
        <p:nvSpPr>
          <p:cNvPr name="AutoShape 29" id="29"/>
          <p:cNvSpPr/>
          <p:nvPr/>
        </p:nvSpPr>
        <p:spPr>
          <a:xfrm>
            <a:off x="12274388" y="8407178"/>
            <a:ext cx="2110658" cy="0"/>
          </a:xfrm>
          <a:prstGeom prst="line">
            <a:avLst/>
          </a:prstGeom>
          <a:ln cap="flat" w="38100">
            <a:gradFill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0741" y="1952351"/>
            <a:ext cx="4618938" cy="6382297"/>
            <a:chOff x="0" y="0"/>
            <a:chExt cx="588232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8232" cy="812800"/>
            </a:xfrm>
            <a:custGeom>
              <a:avLst/>
              <a:gdLst/>
              <a:ahLst/>
              <a:cxnLst/>
              <a:rect r="r" b="b" t="t" l="l"/>
              <a:pathLst>
                <a:path h="812800" w="588232">
                  <a:moveTo>
                    <a:pt x="0" y="0"/>
                  </a:moveTo>
                  <a:lnTo>
                    <a:pt x="588232" y="0"/>
                  </a:lnTo>
                  <a:lnTo>
                    <a:pt x="58823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82364" t="0" r="-6328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289315" y="1952351"/>
            <a:ext cx="1407911" cy="6382297"/>
            <a:chOff x="0" y="0"/>
            <a:chExt cx="478135" cy="21674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1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478135">
                  <a:moveTo>
                    <a:pt x="0" y="0"/>
                  </a:moveTo>
                  <a:lnTo>
                    <a:pt x="478135" y="0"/>
                  </a:lnTo>
                  <a:lnTo>
                    <a:pt x="478135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78135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40177" y="2201817"/>
            <a:ext cx="6532928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14"/>
              </a:lnSpc>
            </a:pPr>
            <a:r>
              <a:rPr lang="en-US" sz="84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4730" y="4131309"/>
            <a:ext cx="7818261" cy="4612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Phishing is one of the most common cyberattacks.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Attackers use social engineering to trick users into revealing sensitive information.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Phishing emails often imitate legitimate organizations.</a:t>
            </a:r>
          </a:p>
          <a:p>
            <a:pPr algn="l" marL="626102" indent="-313051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project simulates a phishing attack to study user behavior.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5143500"/>
            <a:ext cx="1039108" cy="5143500"/>
            <a:chOff x="0" y="0"/>
            <a:chExt cx="352887" cy="17467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2887" cy="1746764"/>
            </a:xfrm>
            <a:custGeom>
              <a:avLst/>
              <a:gdLst/>
              <a:ahLst/>
              <a:cxnLst/>
              <a:rect r="r" b="b" t="t" l="l"/>
              <a:pathLst>
                <a:path h="1746764" w="352887">
                  <a:moveTo>
                    <a:pt x="0" y="0"/>
                  </a:moveTo>
                  <a:lnTo>
                    <a:pt x="352887" y="0"/>
                  </a:lnTo>
                  <a:lnTo>
                    <a:pt x="352887" y="1746764"/>
                  </a:lnTo>
                  <a:lnTo>
                    <a:pt x="0" y="1746764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52887" cy="1775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40177" y="2106567"/>
            <a:ext cx="5292718" cy="14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5"/>
              </a:lnSpc>
            </a:pPr>
            <a:r>
              <a:rPr lang="en-US" sz="93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5838" y="4410347"/>
            <a:ext cx="10804392" cy="591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08" indent="-410204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 phishing and social engineering techniques.</a:t>
            </a:r>
          </a:p>
          <a:p>
            <a:pPr algn="l" marL="820408" indent="-410204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Design a simulated phishing email.</a:t>
            </a:r>
          </a:p>
          <a:p>
            <a:pPr algn="l" marL="820408" indent="-410204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 a fake login page.</a:t>
            </a:r>
          </a:p>
          <a:p>
            <a:pPr algn="l" marL="820408" indent="-410204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Analyze how users respond to phishing attempts.</a:t>
            </a:r>
          </a:p>
          <a:p>
            <a:pPr algn="l" marL="820408" indent="-410204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Suggest preventive measures for phishing attacks.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39108" y="5258956"/>
            <a:ext cx="3988936" cy="3988936"/>
            <a:chOff x="0" y="0"/>
            <a:chExt cx="1354667" cy="13546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4667" cy="1354667"/>
            </a:xfrm>
            <a:custGeom>
              <a:avLst/>
              <a:gdLst/>
              <a:ahLst/>
              <a:cxnLst/>
              <a:rect r="r" b="b" t="t" l="l"/>
              <a:pathLst>
                <a:path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354667" cy="138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36895" y="2067808"/>
            <a:ext cx="6382297" cy="638229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29321" t="0" r="-20772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73547" y="1811362"/>
            <a:ext cx="7518252" cy="253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5"/>
              </a:lnSpc>
            </a:pPr>
            <a:r>
              <a:rPr lang="en-US" sz="83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PHISHING &amp; SOCIAL ENGINEERING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73547" y="4551431"/>
            <a:ext cx="6744055" cy="469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Phishing is a form of cyberattack that targets human behavior.</a:t>
            </a: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Attackers manipulate users through urgency or fear.</a:t>
            </a: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Common examples include fake password reset emails.</a:t>
            </a:r>
          </a:p>
          <a:p>
            <a:pPr algn="l" marL="669281" indent="-334641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Social engineering techniques make phishing attacks effective.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353569" y="1825960"/>
            <a:ext cx="3171754" cy="317175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24906" t="0" r="-2490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17714" y="1825960"/>
            <a:ext cx="3171754" cy="317175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16666" t="0" r="-1666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53569" y="5289286"/>
            <a:ext cx="3171754" cy="317175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5954" t="0" r="-13356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17714" y="5289286"/>
            <a:ext cx="3171754" cy="3171754"/>
            <a:chOff x="0" y="0"/>
            <a:chExt cx="1077147" cy="10771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147" cy="1077147"/>
            </a:xfrm>
            <a:custGeom>
              <a:avLst/>
              <a:gdLst/>
              <a:ahLst/>
              <a:cxnLst/>
              <a:rect r="r" b="b" t="t" l="l"/>
              <a:pathLst>
                <a:path h="1077147" w="1077147">
                  <a:moveTo>
                    <a:pt x="0" y="0"/>
                  </a:moveTo>
                  <a:lnTo>
                    <a:pt x="1077147" y="0"/>
                  </a:lnTo>
                  <a:lnTo>
                    <a:pt x="1077147" y="1077147"/>
                  </a:lnTo>
                  <a:lnTo>
                    <a:pt x="0" y="1077147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77147" cy="110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96607" y="5568179"/>
            <a:ext cx="2613967" cy="2613967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369440" y="2127671"/>
            <a:ext cx="7396979" cy="161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2"/>
              </a:lnSpc>
            </a:pPr>
            <a:r>
              <a:rPr lang="en-US" sz="106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METHODOLOGY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0673" y="4045516"/>
            <a:ext cx="7855745" cy="521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Studied common phishing techniques.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Designed a phishing email template.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Created a fake login page using HTML.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Hosted the page online using Netlify.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ollected user responses through Google Forms.</a:t>
            </a:r>
          </a:p>
          <a:p>
            <a:pPr algn="l">
              <a:lnSpc>
                <a:spcPts val="45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204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99064" y="4363151"/>
            <a:ext cx="3988936" cy="3988936"/>
            <a:chOff x="0" y="0"/>
            <a:chExt cx="1354667" cy="1354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4667" cy="1354667"/>
            </a:xfrm>
            <a:custGeom>
              <a:avLst/>
              <a:gdLst/>
              <a:ahLst/>
              <a:cxnLst/>
              <a:rect r="r" b="b" t="t" l="l"/>
              <a:pathLst>
                <a:path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54667" cy="138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440905" y="1028700"/>
            <a:ext cx="11598854" cy="5072418"/>
          </a:xfrm>
          <a:custGeom>
            <a:avLst/>
            <a:gdLst/>
            <a:ahLst/>
            <a:cxnLst/>
            <a:rect r="r" b="b" t="t" l="l"/>
            <a:pathLst>
              <a:path h="5072418" w="11598854">
                <a:moveTo>
                  <a:pt x="0" y="0"/>
                </a:moveTo>
                <a:lnTo>
                  <a:pt x="11598854" y="0"/>
                </a:lnTo>
                <a:lnTo>
                  <a:pt x="11598854" y="5072418"/>
                </a:lnTo>
                <a:lnTo>
                  <a:pt x="0" y="50724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0673" y="1451152"/>
            <a:ext cx="5540361" cy="414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7"/>
              </a:lnSpc>
            </a:pPr>
            <a:r>
              <a:rPr lang="en-US" sz="91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PHISHING EMAIL SIMULATION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121" y="6300469"/>
            <a:ext cx="9298921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Email designed to resemble a security alert.</a:t>
            </a:r>
          </a:p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asked users to verify their account.</a:t>
            </a:r>
          </a:p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Included a link directing users to a login page.</a:t>
            </a:r>
          </a:p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Demonstrates how phishing emails mimic legitimate messages.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257558" y="1434584"/>
            <a:ext cx="8432924" cy="7617635"/>
          </a:xfrm>
          <a:custGeom>
            <a:avLst/>
            <a:gdLst/>
            <a:ahLst/>
            <a:cxnLst/>
            <a:rect r="r" b="b" t="t" l="l"/>
            <a:pathLst>
              <a:path h="7617635" w="8432924">
                <a:moveTo>
                  <a:pt x="0" y="0"/>
                </a:moveTo>
                <a:lnTo>
                  <a:pt x="8432924" y="0"/>
                </a:lnTo>
                <a:lnTo>
                  <a:pt x="8432924" y="7617635"/>
                </a:lnTo>
                <a:lnTo>
                  <a:pt x="0" y="7617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339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0673" y="1444109"/>
            <a:ext cx="8144497" cy="152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18"/>
              </a:lnSpc>
            </a:pPr>
            <a:r>
              <a:rPr lang="en-US" sz="100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FAKE LOGIN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5700" y="4230200"/>
            <a:ext cx="7614443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Login page created using HTML.</a:t>
            </a:r>
          </a:p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Hosted online using Netlify.</a:t>
            </a:r>
          </a:p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Contains email and password input fields.</a:t>
            </a:r>
          </a:p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Demonstrates how attackers imitate real login portals.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1533" y="3196084"/>
            <a:ext cx="8410690" cy="4496488"/>
          </a:xfrm>
          <a:custGeom>
            <a:avLst/>
            <a:gdLst/>
            <a:ahLst/>
            <a:cxnLst/>
            <a:rect r="r" b="b" t="t" l="l"/>
            <a:pathLst>
              <a:path h="4496488" w="8410690">
                <a:moveTo>
                  <a:pt x="0" y="0"/>
                </a:moveTo>
                <a:lnTo>
                  <a:pt x="8410690" y="0"/>
                </a:lnTo>
                <a:lnTo>
                  <a:pt x="8410690" y="4496488"/>
                </a:lnTo>
                <a:lnTo>
                  <a:pt x="0" y="44964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6135" b="-714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23277" y="4993620"/>
            <a:ext cx="8397481" cy="4603069"/>
          </a:xfrm>
          <a:custGeom>
            <a:avLst/>
            <a:gdLst/>
            <a:ahLst/>
            <a:cxnLst/>
            <a:rect r="r" b="b" t="t" l="l"/>
            <a:pathLst>
              <a:path h="4603069" w="8397481">
                <a:moveTo>
                  <a:pt x="0" y="0"/>
                </a:moveTo>
                <a:lnTo>
                  <a:pt x="8397481" y="0"/>
                </a:lnTo>
                <a:lnTo>
                  <a:pt x="8397481" y="4603068"/>
                </a:lnTo>
                <a:lnTo>
                  <a:pt x="0" y="4603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9672" b="-721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3164" y="1250953"/>
            <a:ext cx="9514241" cy="138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90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EXPERIMENT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4796" y="3129409"/>
            <a:ext cx="7614443" cy="175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Clicked the link – 4</a:t>
            </a:r>
          </a:p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 not click – 3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52392" y="2450182"/>
            <a:ext cx="8993711" cy="4779940"/>
          </a:xfrm>
          <a:custGeom>
            <a:avLst/>
            <a:gdLst/>
            <a:ahLst/>
            <a:cxnLst/>
            <a:rect r="r" b="b" t="t" l="l"/>
            <a:pathLst>
              <a:path h="4779940" w="8993711">
                <a:moveTo>
                  <a:pt x="0" y="0"/>
                </a:moveTo>
                <a:lnTo>
                  <a:pt x="8993711" y="0"/>
                </a:lnTo>
                <a:lnTo>
                  <a:pt x="8993711" y="4779940"/>
                </a:lnTo>
                <a:lnTo>
                  <a:pt x="0" y="4779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4633" b="-658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90418" y="5158642"/>
            <a:ext cx="8727743" cy="4718628"/>
          </a:xfrm>
          <a:custGeom>
            <a:avLst/>
            <a:gdLst/>
            <a:ahLst/>
            <a:cxnLst/>
            <a:rect r="r" b="b" t="t" l="l"/>
            <a:pathLst>
              <a:path h="4718628" w="8727743">
                <a:moveTo>
                  <a:pt x="0" y="0"/>
                </a:moveTo>
                <a:lnTo>
                  <a:pt x="8727743" y="0"/>
                </a:lnTo>
                <a:lnTo>
                  <a:pt x="8727743" y="4718627"/>
                </a:lnTo>
                <a:lnTo>
                  <a:pt x="0" y="4718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7670" b="-714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75505" y="817494"/>
            <a:ext cx="9514241" cy="138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90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EXPERIMENT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42305" y="3101160"/>
            <a:ext cx="6359426" cy="109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Recognized phishing attempt – 5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Would enter credentials –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492295" y="9568113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353569" y="1825960"/>
            <a:ext cx="3171754" cy="317175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24906" t="0" r="-2490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17714" y="1825960"/>
            <a:ext cx="3171754" cy="317175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16666" t="0" r="-1666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53569" y="5289286"/>
            <a:ext cx="3171754" cy="317175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5954" t="0" r="-13356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917714" y="5289286"/>
            <a:ext cx="3171754" cy="3171754"/>
            <a:chOff x="0" y="0"/>
            <a:chExt cx="1077147" cy="10771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147" cy="1077147"/>
            </a:xfrm>
            <a:custGeom>
              <a:avLst/>
              <a:gdLst/>
              <a:ahLst/>
              <a:cxnLst/>
              <a:rect r="r" b="b" t="t" l="l"/>
              <a:pathLst>
                <a:path h="1077147" w="1077147">
                  <a:moveTo>
                    <a:pt x="0" y="0"/>
                  </a:moveTo>
                  <a:lnTo>
                    <a:pt x="1077147" y="0"/>
                  </a:lnTo>
                  <a:lnTo>
                    <a:pt x="1077147" y="1077147"/>
                  </a:lnTo>
                  <a:lnTo>
                    <a:pt x="0" y="1077147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77147" cy="110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96607" y="5568179"/>
            <a:ext cx="2613967" cy="2613967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369440" y="2127671"/>
            <a:ext cx="7396979" cy="161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2"/>
              </a:lnSpc>
            </a:pPr>
            <a:r>
              <a:rPr lang="en-US" sz="1069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0673" y="4045516"/>
            <a:ext cx="7855745" cy="521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Phishing attacks exploit human behavior.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Many users still interact with suspicious emails.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Awa</a:t>
            </a: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reness and training are essential for prevention.</a:t>
            </a:r>
          </a:p>
          <a:p>
            <a:pPr algn="l" marL="706488" indent="-353244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Phishing simulations help educate users about cybersecurity risks.</a:t>
            </a:r>
          </a:p>
          <a:p>
            <a:pPr algn="l">
              <a:lnSpc>
                <a:spcPts val="45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194B">
                <a:alpha val="100000"/>
              </a:srgbClr>
            </a:gs>
            <a:gs pos="100000">
              <a:srgbClr val="0301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074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2392" y="453924"/>
            <a:ext cx="358281" cy="363569"/>
          </a:xfrm>
          <a:custGeom>
            <a:avLst/>
            <a:gdLst/>
            <a:ahLst/>
            <a:cxnLst/>
            <a:rect r="r" b="b" t="t" l="l"/>
            <a:pathLst>
              <a:path h="363569" w="358281">
                <a:moveTo>
                  <a:pt x="0" y="0"/>
                </a:moveTo>
                <a:lnTo>
                  <a:pt x="358281" y="0"/>
                </a:lnTo>
                <a:lnTo>
                  <a:pt x="358281" y="363570"/>
                </a:lnTo>
                <a:lnTo>
                  <a:pt x="0" y="36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9594" y="546065"/>
            <a:ext cx="103876" cy="140719"/>
          </a:xfrm>
          <a:custGeom>
            <a:avLst/>
            <a:gdLst/>
            <a:ahLst/>
            <a:cxnLst/>
            <a:rect r="r" b="b" t="t" l="l"/>
            <a:pathLst>
              <a:path h="140719" w="103876">
                <a:moveTo>
                  <a:pt x="0" y="0"/>
                </a:moveTo>
                <a:lnTo>
                  <a:pt x="103877" y="0"/>
                </a:lnTo>
                <a:lnTo>
                  <a:pt x="103877" y="140719"/>
                </a:lnTo>
                <a:lnTo>
                  <a:pt x="0" y="14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742214" y="7517955"/>
            <a:ext cx="47625" cy="1740345"/>
            <a:chOff x="0" y="0"/>
            <a:chExt cx="12543" cy="4583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6955134"/>
            <a:ext cx="17259300" cy="3331866"/>
            <a:chOff x="0" y="0"/>
            <a:chExt cx="4545659" cy="877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45659" cy="877529"/>
            </a:xfrm>
            <a:custGeom>
              <a:avLst/>
              <a:gdLst/>
              <a:ahLst/>
              <a:cxnLst/>
              <a:rect r="r" b="b" t="t" l="l"/>
              <a:pathLst>
                <a:path h="877529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877529"/>
                  </a:lnTo>
                  <a:lnTo>
                    <a:pt x="0" y="877529"/>
                  </a:lnTo>
                  <a:close/>
                </a:path>
              </a:pathLst>
            </a:custGeom>
            <a:gradFill rotWithShape="true">
              <a:gsLst>
                <a:gs pos="0">
                  <a:srgbClr val="2CEEFF">
                    <a:alpha val="100000"/>
                  </a:srgbClr>
                </a:gs>
                <a:gs pos="100000">
                  <a:srgbClr val="0039A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545659" cy="915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941532" y="2488143"/>
            <a:ext cx="9145640" cy="6984983"/>
          </a:xfrm>
          <a:custGeom>
            <a:avLst/>
            <a:gdLst/>
            <a:ahLst/>
            <a:cxnLst/>
            <a:rect r="r" b="b" t="t" l="l"/>
            <a:pathLst>
              <a:path h="6984983" w="9145640">
                <a:moveTo>
                  <a:pt x="0" y="0"/>
                </a:moveTo>
                <a:lnTo>
                  <a:pt x="9145641" y="0"/>
                </a:lnTo>
                <a:lnTo>
                  <a:pt x="9145641" y="6984983"/>
                </a:lnTo>
                <a:lnTo>
                  <a:pt x="0" y="6984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153416" y="2705612"/>
            <a:ext cx="8706670" cy="4624806"/>
            <a:chOff x="0" y="0"/>
            <a:chExt cx="11608893" cy="6166408"/>
          </a:xfrm>
        </p:grpSpPr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8"/>
            <a:srcRect l="346" t="0" r="346" b="0"/>
            <a:stretch>
              <a:fillRect/>
            </a:stretch>
          </p:blipFill>
          <p:spPr>
            <a:xfrm flipH="false" flipV="false">
              <a:off x="0" y="0"/>
              <a:ext cx="11608893" cy="6166408"/>
            </a:xfrm>
            <a:prstGeom prst="rect">
              <a:avLst/>
            </a:prstGeom>
          </p:spPr>
        </p:pic>
      </p:grpSp>
      <p:sp>
        <p:nvSpPr>
          <p:cNvPr name="Freeform 24" id="24"/>
          <p:cNvSpPr/>
          <p:nvPr/>
        </p:nvSpPr>
        <p:spPr>
          <a:xfrm flipH="false" flipV="false" rot="0">
            <a:off x="10205634" y="3877966"/>
            <a:ext cx="2617437" cy="2656070"/>
          </a:xfrm>
          <a:custGeom>
            <a:avLst/>
            <a:gdLst/>
            <a:ahLst/>
            <a:cxnLst/>
            <a:rect r="r" b="b" t="t" l="l"/>
            <a:pathLst>
              <a:path h="2656070" w="2617437">
                <a:moveTo>
                  <a:pt x="0" y="0"/>
                </a:moveTo>
                <a:lnTo>
                  <a:pt x="2617437" y="0"/>
                </a:lnTo>
                <a:lnTo>
                  <a:pt x="2617437" y="2656070"/>
                </a:lnTo>
                <a:lnTo>
                  <a:pt x="0" y="2656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134916" y="4551101"/>
            <a:ext cx="758874" cy="1028031"/>
          </a:xfrm>
          <a:custGeom>
            <a:avLst/>
            <a:gdLst/>
            <a:ahLst/>
            <a:cxnLst/>
            <a:rect r="r" b="b" t="t" l="l"/>
            <a:pathLst>
              <a:path h="1028031" w="758874">
                <a:moveTo>
                  <a:pt x="0" y="0"/>
                </a:moveTo>
                <a:lnTo>
                  <a:pt x="758873" y="0"/>
                </a:lnTo>
                <a:lnTo>
                  <a:pt x="758873" y="1028031"/>
                </a:lnTo>
                <a:lnTo>
                  <a:pt x="0" y="1028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877546" y="2308201"/>
            <a:ext cx="5073511" cy="400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2"/>
              </a:lnSpc>
            </a:pPr>
            <a:r>
              <a:rPr lang="en-US" sz="1327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  <a:p>
            <a:pPr algn="l">
              <a:lnSpc>
                <a:spcPts val="15802"/>
              </a:lnSpc>
            </a:pPr>
            <a:r>
              <a:rPr lang="en-US" sz="13279">
                <a:solidFill>
                  <a:srgbClr val="29E2F9"/>
                </a:solidFill>
                <a:latin typeface="Anton"/>
                <a:ea typeface="Anton"/>
                <a:cs typeface="Anton"/>
                <a:sym typeface="Anton"/>
              </a:rPr>
              <a:t>YOU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7545866"/>
            <a:ext cx="6739397" cy="204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2894">
                <a:gradFill>
                  <a:gsLst>
                    <a:gs pos="0">
                      <a:srgbClr val="01194B">
                        <a:alpha val="100000"/>
                      </a:srgbClr>
                    </a:gs>
                    <a:gs pos="100000">
                      <a:srgbClr val="030117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Submitted by-</a:t>
            </a:r>
          </a:p>
          <a:p>
            <a:pPr algn="l">
              <a:lnSpc>
                <a:spcPts val="4052"/>
              </a:lnSpc>
            </a:pPr>
            <a:r>
              <a:rPr lang="en-US" sz="2894">
                <a:gradFill>
                  <a:gsLst>
                    <a:gs pos="0">
                      <a:srgbClr val="01194B">
                        <a:alpha val="100000"/>
                      </a:srgbClr>
                    </a:gs>
                    <a:gs pos="100000">
                      <a:srgbClr val="030117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Ananta Pratap</a:t>
            </a:r>
          </a:p>
          <a:p>
            <a:pPr algn="l">
              <a:lnSpc>
                <a:spcPts val="4052"/>
              </a:lnSpc>
              <a:spcBef>
                <a:spcPct val="0"/>
              </a:spcBef>
            </a:pPr>
            <a:r>
              <a:rPr lang="en-US" sz="2894">
                <a:gradFill>
                  <a:gsLst>
                    <a:gs pos="0">
                      <a:srgbClr val="01194B">
                        <a:alpha val="100000"/>
                      </a:srgbClr>
                    </a:gs>
                    <a:gs pos="100000">
                      <a:srgbClr val="030117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(Indian Institute of Management, Rohtak)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DAHDYp5ZJgI</dc:identifier>
  <dcterms:modified xsi:type="dcterms:W3CDTF">2011-08-01T06:04:30Z</dcterms:modified>
  <cp:revision>1</cp:revision>
  <dc:title>Blue Futuristic Cyber Security Presentation</dc:title>
</cp:coreProperties>
</file>